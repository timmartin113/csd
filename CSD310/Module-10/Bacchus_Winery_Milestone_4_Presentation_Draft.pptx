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8044"/>
            <a:ext cx="7772400" cy="1470025"/>
          </a:xfrm>
        </p:spPr>
        <p:txBody>
          <a:bodyPr/>
          <a:lstStyle/>
          <a:p>
            <a:r>
              <a:rPr dirty="0"/>
              <a:t>Bacchus Winery Database Design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93632"/>
            <a:ext cx="6400800" cy="1752600"/>
          </a:xfrm>
        </p:spPr>
        <p:txBody>
          <a:bodyPr>
            <a:normAutofit fontScale="40000" lnSpcReduction="20000"/>
          </a:bodyPr>
          <a:lstStyle/>
          <a:p>
            <a:r>
              <a:rPr dirty="0"/>
              <a:t>Bellevue University</a:t>
            </a:r>
          </a:p>
          <a:p>
            <a:r>
              <a:rPr dirty="0"/>
              <a:t>CSD-310 Database Development and Use</a:t>
            </a:r>
          </a:p>
          <a:p>
            <a:endParaRPr dirty="0"/>
          </a:p>
          <a:p>
            <a:r>
              <a:rPr dirty="0"/>
              <a:t>Group Members:</a:t>
            </a:r>
          </a:p>
          <a:p>
            <a:r>
              <a:rPr dirty="0"/>
              <a:t>Jonathan</a:t>
            </a:r>
            <a:r>
              <a:rPr lang="en-US" dirty="0"/>
              <a:t> Walmsley</a:t>
            </a:r>
            <a:endParaRPr dirty="0"/>
          </a:p>
          <a:p>
            <a:r>
              <a:rPr dirty="0"/>
              <a:t>T</a:t>
            </a:r>
            <a:r>
              <a:rPr lang="en-US" dirty="0"/>
              <a:t>imothy</a:t>
            </a:r>
            <a:r>
              <a:rPr dirty="0"/>
              <a:t> Martin</a:t>
            </a:r>
          </a:p>
          <a:p>
            <a:r>
              <a:rPr lang="en-US" dirty="0"/>
              <a:t>Roxanne Buenaventura</a:t>
            </a:r>
          </a:p>
          <a:p>
            <a:r>
              <a:rPr lang="en-US" dirty="0"/>
              <a:t>Peter </a:t>
            </a:r>
            <a:r>
              <a:rPr lang="en-US" dirty="0" err="1"/>
              <a:t>Ddamulira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1" y="1417638"/>
            <a:ext cx="73215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• Bacchus Winery produces multiple wine varieties.</a:t>
            </a:r>
            <a:br>
              <a:rPr dirty="0"/>
            </a:br>
            <a:r>
              <a:rPr dirty="0"/>
              <a:t>• Needed a normalized database to manage suppliers, inventory, employees, and distributors.</a:t>
            </a:r>
            <a:br>
              <a:rPr dirty="0"/>
            </a:br>
            <a:r>
              <a:rPr dirty="0"/>
              <a:t>• Goal: improve reporting, reduce redundancy, and support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Rules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638"/>
            <a:ext cx="7502333" cy="201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• One supplier can have many deliveries.</a:t>
            </a:r>
            <a:br>
              <a:rPr dirty="0"/>
            </a:br>
            <a:r>
              <a:rPr dirty="0"/>
              <a:t>• Deliveries contain inventory items.</a:t>
            </a:r>
            <a:br>
              <a:rPr dirty="0"/>
            </a:br>
            <a:r>
              <a:rPr dirty="0"/>
              <a:t>• Employees belong to one department.</a:t>
            </a:r>
            <a:br>
              <a:rPr dirty="0"/>
            </a:br>
            <a:r>
              <a:rPr dirty="0"/>
              <a:t>• Distributors receive many shipments.</a:t>
            </a:r>
            <a:br>
              <a:rPr dirty="0"/>
            </a:br>
            <a:r>
              <a:rPr dirty="0"/>
              <a:t>• Database normalized to Third Normal Form (3NF).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Entity Relationship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637"/>
            <a:ext cx="76299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INSERT FINAL ERD IMAGE HERE</a:t>
            </a:r>
            <a:br>
              <a:rPr dirty="0"/>
            </a:br>
            <a:br>
              <a:rPr dirty="0"/>
            </a:br>
            <a:r>
              <a:rPr dirty="0"/>
              <a:t>Talking Points:</a:t>
            </a:r>
            <a:br>
              <a:rPr dirty="0"/>
            </a:br>
            <a:r>
              <a:rPr dirty="0"/>
              <a:t>• Primary &amp; foreign keys</a:t>
            </a:r>
            <a:br>
              <a:rPr dirty="0"/>
            </a:br>
            <a:r>
              <a:rPr dirty="0"/>
              <a:t>• Bridge tables</a:t>
            </a:r>
            <a:br>
              <a:rPr dirty="0"/>
            </a:br>
            <a:r>
              <a:rPr dirty="0"/>
              <a:t>• Supports inventory, production, shipments, and employees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Report #1: Supplier Delivery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1" y="1417637"/>
            <a:ext cx="7385374" cy="1612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Business Purpose:</a:t>
            </a:r>
            <a:br>
              <a:rPr dirty="0"/>
            </a:br>
            <a:r>
              <a:rPr dirty="0"/>
              <a:t>Evaluate supplier on-time delivery performance.</a:t>
            </a:r>
            <a:br>
              <a:rPr dirty="0"/>
            </a:br>
            <a:br>
              <a:rPr dirty="0"/>
            </a:br>
            <a:r>
              <a:rPr dirty="0"/>
              <a:t>INSERT PYTHON REPORT SCREENSHOT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Report #2: Wine Sales &amp;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1" y="1417637"/>
            <a:ext cx="7512966" cy="1570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Business Purpose:</a:t>
            </a:r>
            <a:br>
              <a:rPr dirty="0"/>
            </a:br>
            <a:r>
              <a:rPr dirty="0"/>
              <a:t>Identify best-selling and underperforming wines.</a:t>
            </a:r>
            <a:br>
              <a:rPr dirty="0"/>
            </a:br>
            <a:br>
              <a:rPr dirty="0"/>
            </a:br>
            <a:r>
              <a:rPr dirty="0"/>
              <a:t>INSERT PYTHON REPORT SCREENSHOT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Report #3: Employee Hours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638"/>
            <a:ext cx="73960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Business Purpose:</a:t>
            </a:r>
            <a:br>
              <a:rPr dirty="0"/>
            </a:br>
            <a:r>
              <a:rPr dirty="0"/>
              <a:t>Summarize employee hours for staffing decisions.</a:t>
            </a:r>
            <a:br>
              <a:rPr dirty="0"/>
            </a:br>
            <a:br>
              <a:rPr dirty="0"/>
            </a:br>
            <a:r>
              <a:rPr dirty="0"/>
              <a:t>INSERT PYTHON REPORT SCREENSHOT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638"/>
            <a:ext cx="73215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• Organized business data</a:t>
            </a:r>
            <a:br>
              <a:rPr dirty="0"/>
            </a:br>
            <a:r>
              <a:rPr dirty="0"/>
              <a:t>• Better reporting</a:t>
            </a:r>
            <a:br>
              <a:rPr dirty="0"/>
            </a:br>
            <a:r>
              <a:rPr dirty="0"/>
              <a:t>• Improved decision making</a:t>
            </a:r>
            <a:br>
              <a:rPr dirty="0"/>
            </a:br>
            <a:r>
              <a:rPr dirty="0"/>
              <a:t>• Scalable foundation for future growth</a:t>
            </a:r>
            <a:br>
              <a:rPr dirty="0"/>
            </a:br>
            <a:br>
              <a:rPr dirty="0"/>
            </a:br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246</Words>
  <Application>Microsoft Macintosh PowerPoint</Application>
  <PresentationFormat>On-screen Show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Bacchus Winery Database Design Project</vt:lpstr>
      <vt:lpstr>Case Study Overview</vt:lpstr>
      <vt:lpstr>Business Rules &amp; Assumptions</vt:lpstr>
      <vt:lpstr>Final Entity Relationship Diagram</vt:lpstr>
      <vt:lpstr>Report #1: Supplier Delivery Performance</vt:lpstr>
      <vt:lpstr>Report #2: Wine Sales &amp; Distribution</vt:lpstr>
      <vt:lpstr>Report #3: Employee Hours Tracking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Timothy Martin</cp:lastModifiedBy>
  <cp:revision>2</cp:revision>
  <dcterms:created xsi:type="dcterms:W3CDTF">2013-01-27T09:14:16Z</dcterms:created>
  <dcterms:modified xsi:type="dcterms:W3CDTF">2026-07-24T19:47:58Z</dcterms:modified>
  <cp:category/>
</cp:coreProperties>
</file>